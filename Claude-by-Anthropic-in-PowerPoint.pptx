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7275A-5004-4488-BB2B-8541C3EB84DB}" v="6" dt="2018-08-08T09:05:58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4" d="100"/>
          <a:sy n="84" d="100"/>
        </p:scale>
        <p:origin x="72" y="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ages.store.office.com/addinsinstallpage.aspx?rs=en-US&amp;assetid=WA200010001&amp;isWac=True&amp;ui=en-US&amp;ad=US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2450924"/>
            <a:ext cx="5943600" cy="2102400"/>
          </a:xfrm>
          <a:prstGeom prst="rect">
            <a:avLst/>
          </a:prstGeom>
          <a:ln>
            <a:noFill/>
          </a:ln>
        </p:spPr>
      </p:pic>
      <p:pic>
        <p:nvPicPr>
          <p:cNvPr id="23" name="CommandButton" descr="Command button for Claude by Anthropic in PowerPoint.">
            <a:extLst>
              <a:ext uri="{FF2B5EF4-FFF2-40B4-BE49-F238E27FC236}">
                <a16:creationId xmlns:a16="http://schemas.microsoft.com/office/drawing/2014/main" id="{D2614768-D639-430A-A805-FC966946EF5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019" y="3056220"/>
            <a:ext cx="473876" cy="478846"/>
          </a:xfrm>
          <a:prstGeom prst="rect">
            <a:avLst/>
          </a:prstGeom>
          <a:noFill/>
        </p:spPr>
      </p:pic>
      <p:pic>
        <p:nvPicPr>
          <p:cNvPr id="15" name="Add-in_Icon" descr="Icon for Claude by Anthropic in PowerPoint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https://pages.store.office.com/addinsinstallpage.aspx?rs=en-US&amp;assetid=WA200010001&amp;isWac=True&amp;ui=en-US&amp;ad=US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sp>
        <p:nvSpPr>
          <p:cNvPr id="13" name="GroupName">
            <a:extLst>
              <a:ext uri="{FF2B5EF4-FFF2-40B4-BE49-F238E27FC236}">
                <a16:creationId xmlns:a16="http://schemas.microsoft.com/office/drawing/2014/main" id="{A6817EF0-1454-46EA-8D01-85B74F1678B5}"/>
              </a:ext>
            </a:extLst>
          </p:cNvPr>
          <p:cNvSpPr txBox="1"/>
          <p:nvPr/>
        </p:nvSpPr>
        <p:spPr>
          <a:xfrm>
            <a:off x="5399979" y="3865366"/>
            <a:ext cx="909955" cy="3098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lang="en-GB" sz="800" kern="12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Claude</a:t>
            </a:r>
            <a:endParaRPr lang="en-IE" sz="1200" dirty="0"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666462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Claude by Anthropic in PowerPoint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561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fd211e0-672d-47c9-a667-63faffc9ab74}">
  <we:reference id="WA200010001" version="1.0.0.0" store="en-US" storeType="OMEX"/>
  <we:alternateReferences/>
  <we:properties>
    <we:property name="Microsoft.Office.CampaignId" value="&quot;none&quot;"/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1524</TotalTime>
  <Words>83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Stephen Bozzone</cp:lastModifiedBy>
  <cp:revision>3</cp:revision>
  <dcterms:created xsi:type="dcterms:W3CDTF">2018-06-07T21:39:02Z</dcterms:created>
  <dcterms:modified xsi:type="dcterms:W3CDTF">2026-02-20T00:27:39Z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